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61" r:id="rId2"/>
    <p:sldId id="257" r:id="rId3"/>
    <p:sldId id="280" r:id="rId4"/>
    <p:sldId id="289" r:id="rId5"/>
    <p:sldId id="263" r:id="rId6"/>
    <p:sldId id="290" r:id="rId7"/>
    <p:sldId id="291" r:id="rId8"/>
    <p:sldId id="293" r:id="rId9"/>
    <p:sldId id="288" r:id="rId10"/>
    <p:sldId id="279" r:id="rId11"/>
    <p:sldId id="260" r:id="rId12"/>
    <p:sldId id="281" r:id="rId13"/>
    <p:sldId id="282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1"/>
    <p:restoredTop sz="94807"/>
  </p:normalViewPr>
  <p:slideViewPr>
    <p:cSldViewPr snapToGrid="0">
      <p:cViewPr varScale="1">
        <p:scale>
          <a:sx n="70" d="100"/>
          <a:sy n="70" d="100"/>
        </p:scale>
        <p:origin x="61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776E50-5A66-481C-9BB6-CF3A69271CA8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7AE8B9-830B-418C-B6C0-9B31F7EA1AFC}">
      <dgm:prSet phldrT="[Text]"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START </a:t>
          </a:r>
        </a:p>
      </dgm:t>
    </dgm:pt>
    <dgm:pt modelId="{71C87141-E38A-4145-A337-56DE079E7C40}" type="parTrans" cxnId="{7D3E959C-90E3-4C4D-B6F0-C041E0848DFE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F5505E-DC99-40C9-AE92-5ACEE9A38E5E}" type="sibTrans" cxnId="{7D3E959C-90E3-4C4D-B6F0-C041E0848DFE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EEDB1B-A558-4ECE-B0BE-2877B5118214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CLUSTERING ALGORTHIM</a:t>
          </a:r>
        </a:p>
      </dgm:t>
    </dgm:pt>
    <dgm:pt modelId="{AEB4C483-01B2-471F-9691-3CC20DC016DF}" type="parTrans" cxnId="{EA562AD3-8500-4CF5-B39A-C305490909EC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7070ED-D5C2-4BC3-80AE-8002CC8D34F8}" type="sibTrans" cxnId="{EA562AD3-8500-4CF5-B39A-C305490909EC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FEAB03-9FF8-4DE4-ACE0-A67D7396CC64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ROUTING ALGORITHM</a:t>
          </a:r>
        </a:p>
      </dgm:t>
    </dgm:pt>
    <dgm:pt modelId="{37BE771F-1852-4278-9AFE-ABDA3CE0E4AE}" type="parTrans" cxnId="{681688CF-AE08-4FAE-8DC2-51892B111898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978CAC-AFFA-4C7E-AD28-57BA3B812911}" type="sibTrans" cxnId="{681688CF-AE08-4FAE-8DC2-51892B111898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BF6D3D-FA7E-4D8F-A444-7114B00C67CE}">
      <dgm:prSet phldrT="[Text]"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END</a:t>
          </a:r>
        </a:p>
      </dgm:t>
    </dgm:pt>
    <dgm:pt modelId="{3ABC5F75-5B2F-4252-9200-F2043557040E}" type="parTrans" cxnId="{A15A0B2B-C904-4889-A840-1167E6D93311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FE2B7B-D5EA-4BE7-B721-8F40A16D328B}" type="sibTrans" cxnId="{A15A0B2B-C904-4889-A840-1167E6D93311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F4BA4-9268-4AF1-9BA9-4AD544DB58FC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TRANSMISSION PHASE</a:t>
          </a:r>
        </a:p>
      </dgm:t>
    </dgm:pt>
    <dgm:pt modelId="{3259E617-FDBC-4B0E-B3F4-6E636B294A59}" type="parTrans" cxnId="{3B8A5AA2-A0FC-449F-9FB7-B75E1F3E425D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80B421-F1A1-4896-AD62-AE8BB38C8E17}" type="sibTrans" cxnId="{3B8A5AA2-A0FC-449F-9FB7-B75E1F3E425D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34906D-B209-4F1B-AB7B-B60C074DCF48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ENERGY UPDATE</a:t>
          </a:r>
        </a:p>
      </dgm:t>
    </dgm:pt>
    <dgm:pt modelId="{0320FA9A-8041-4F01-94A5-A7F6057940D0}" type="parTrans" cxnId="{AE6CA98F-7A72-4D53-980F-370DB6C29803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24CD1B-02F1-45D4-A796-5F2F071AE368}" type="sibTrans" cxnId="{AE6CA98F-7A72-4D53-980F-370DB6C29803}">
      <dgm:prSet/>
      <dgm:spPr/>
      <dgm:t>
        <a:bodyPr/>
        <a:lstStyle/>
        <a:p>
          <a:endParaRPr lang="en-US" sz="2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C4B486-EC5F-4AC5-907E-C02DBB67A921}" type="pres">
      <dgm:prSet presAssocID="{A4776E50-5A66-481C-9BB6-CF3A69271CA8}" presName="Name0" presStyleCnt="0">
        <dgm:presLayoutVars>
          <dgm:dir/>
          <dgm:animOne val="branch"/>
          <dgm:animLvl val="lvl"/>
        </dgm:presLayoutVars>
      </dgm:prSet>
      <dgm:spPr/>
    </dgm:pt>
    <dgm:pt modelId="{5A59B180-7D14-4F45-9797-6440750218AC}" type="pres">
      <dgm:prSet presAssocID="{237AE8B9-830B-418C-B6C0-9B31F7EA1AFC}" presName="chaos" presStyleCnt="0"/>
      <dgm:spPr/>
    </dgm:pt>
    <dgm:pt modelId="{3EF397B4-AD57-469F-9EC3-1A88A528797B}" type="pres">
      <dgm:prSet presAssocID="{237AE8B9-830B-418C-B6C0-9B31F7EA1AFC}" presName="parTx1" presStyleLbl="revTx" presStyleIdx="0" presStyleCnt="5"/>
      <dgm:spPr/>
    </dgm:pt>
    <dgm:pt modelId="{30C1657B-059B-47CA-BD21-91F8A54147BB}" type="pres">
      <dgm:prSet presAssocID="{237AE8B9-830B-418C-B6C0-9B31F7EA1AFC}" presName="c1" presStyleLbl="node1" presStyleIdx="0" presStyleCnt="19"/>
      <dgm:spPr/>
    </dgm:pt>
    <dgm:pt modelId="{1450C843-9492-4978-A62C-DCDE593CD76F}" type="pres">
      <dgm:prSet presAssocID="{237AE8B9-830B-418C-B6C0-9B31F7EA1AFC}" presName="c2" presStyleLbl="node1" presStyleIdx="1" presStyleCnt="19"/>
      <dgm:spPr/>
    </dgm:pt>
    <dgm:pt modelId="{B63E69A9-33DB-4B9D-BE23-8AB5C39D2606}" type="pres">
      <dgm:prSet presAssocID="{237AE8B9-830B-418C-B6C0-9B31F7EA1AFC}" presName="c3" presStyleLbl="node1" presStyleIdx="2" presStyleCnt="19"/>
      <dgm:spPr/>
    </dgm:pt>
    <dgm:pt modelId="{217C15D3-419A-4B62-A463-A94AD022E03B}" type="pres">
      <dgm:prSet presAssocID="{237AE8B9-830B-418C-B6C0-9B31F7EA1AFC}" presName="c4" presStyleLbl="node1" presStyleIdx="3" presStyleCnt="19"/>
      <dgm:spPr/>
    </dgm:pt>
    <dgm:pt modelId="{14F4F03B-9EA6-4CA2-B1EF-2FB659205B39}" type="pres">
      <dgm:prSet presAssocID="{237AE8B9-830B-418C-B6C0-9B31F7EA1AFC}" presName="c5" presStyleLbl="node1" presStyleIdx="4" presStyleCnt="19"/>
      <dgm:spPr/>
    </dgm:pt>
    <dgm:pt modelId="{5705F0C5-224D-4986-B69E-DB5B35EED2D2}" type="pres">
      <dgm:prSet presAssocID="{237AE8B9-830B-418C-B6C0-9B31F7EA1AFC}" presName="c6" presStyleLbl="node1" presStyleIdx="5" presStyleCnt="19"/>
      <dgm:spPr/>
    </dgm:pt>
    <dgm:pt modelId="{0A118CB6-4B09-4A43-AFC7-305DC8A80431}" type="pres">
      <dgm:prSet presAssocID="{237AE8B9-830B-418C-B6C0-9B31F7EA1AFC}" presName="c7" presStyleLbl="node1" presStyleIdx="6" presStyleCnt="19"/>
      <dgm:spPr/>
    </dgm:pt>
    <dgm:pt modelId="{E96710C4-A67E-4465-B9CB-394EB287D176}" type="pres">
      <dgm:prSet presAssocID="{237AE8B9-830B-418C-B6C0-9B31F7EA1AFC}" presName="c8" presStyleLbl="node1" presStyleIdx="7" presStyleCnt="19"/>
      <dgm:spPr/>
    </dgm:pt>
    <dgm:pt modelId="{282CBBA8-DA2F-498C-9D9D-346891B8F4B2}" type="pres">
      <dgm:prSet presAssocID="{237AE8B9-830B-418C-B6C0-9B31F7EA1AFC}" presName="c9" presStyleLbl="node1" presStyleIdx="8" presStyleCnt="19"/>
      <dgm:spPr/>
    </dgm:pt>
    <dgm:pt modelId="{3DE5AF27-2E4D-4D3D-BF94-6122576046CE}" type="pres">
      <dgm:prSet presAssocID="{237AE8B9-830B-418C-B6C0-9B31F7EA1AFC}" presName="c10" presStyleLbl="node1" presStyleIdx="9" presStyleCnt="19"/>
      <dgm:spPr/>
    </dgm:pt>
    <dgm:pt modelId="{68AED8EB-0CEA-4E9A-AFA5-2B00A00E9CC0}" type="pres">
      <dgm:prSet presAssocID="{237AE8B9-830B-418C-B6C0-9B31F7EA1AFC}" presName="c11" presStyleLbl="node1" presStyleIdx="10" presStyleCnt="19"/>
      <dgm:spPr/>
    </dgm:pt>
    <dgm:pt modelId="{066B6E19-7879-49A0-BD84-397ACBE7663D}" type="pres">
      <dgm:prSet presAssocID="{237AE8B9-830B-418C-B6C0-9B31F7EA1AFC}" presName="c12" presStyleLbl="node1" presStyleIdx="11" presStyleCnt="19"/>
      <dgm:spPr/>
    </dgm:pt>
    <dgm:pt modelId="{AB53E646-8A64-4E0B-A1B1-73C34ED95ABD}" type="pres">
      <dgm:prSet presAssocID="{237AE8B9-830B-418C-B6C0-9B31F7EA1AFC}" presName="c13" presStyleLbl="node1" presStyleIdx="12" presStyleCnt="19"/>
      <dgm:spPr/>
    </dgm:pt>
    <dgm:pt modelId="{BE12A5B6-B6A1-412D-9CE3-6B4D2967FE8B}" type="pres">
      <dgm:prSet presAssocID="{237AE8B9-830B-418C-B6C0-9B31F7EA1AFC}" presName="c14" presStyleLbl="node1" presStyleIdx="13" presStyleCnt="19"/>
      <dgm:spPr/>
    </dgm:pt>
    <dgm:pt modelId="{62DA6B68-9EB0-4ACF-A5C8-AB8A665D5967}" type="pres">
      <dgm:prSet presAssocID="{237AE8B9-830B-418C-B6C0-9B31F7EA1AFC}" presName="c15" presStyleLbl="node1" presStyleIdx="14" presStyleCnt="19"/>
      <dgm:spPr/>
    </dgm:pt>
    <dgm:pt modelId="{4EC078C9-A1EF-456A-A098-B095AAE28EC0}" type="pres">
      <dgm:prSet presAssocID="{237AE8B9-830B-418C-B6C0-9B31F7EA1AFC}" presName="c16" presStyleLbl="node1" presStyleIdx="15" presStyleCnt="19"/>
      <dgm:spPr/>
    </dgm:pt>
    <dgm:pt modelId="{A5DFA47F-0B38-4784-801C-FDF95341C5D6}" type="pres">
      <dgm:prSet presAssocID="{237AE8B9-830B-418C-B6C0-9B31F7EA1AFC}" presName="c17" presStyleLbl="node1" presStyleIdx="16" presStyleCnt="19"/>
      <dgm:spPr/>
    </dgm:pt>
    <dgm:pt modelId="{FB46AD22-2E99-489A-BB25-8167542C2F31}" type="pres">
      <dgm:prSet presAssocID="{237AE8B9-830B-418C-B6C0-9B31F7EA1AFC}" presName="c18" presStyleLbl="node1" presStyleIdx="17" presStyleCnt="19"/>
      <dgm:spPr/>
    </dgm:pt>
    <dgm:pt modelId="{8878443A-B81E-4268-97B5-723724E9A4FD}" type="pres">
      <dgm:prSet presAssocID="{84F5505E-DC99-40C9-AE92-5ACEE9A38E5E}" presName="chevronComposite1" presStyleCnt="0"/>
      <dgm:spPr/>
    </dgm:pt>
    <dgm:pt modelId="{8A82D22D-B784-41D2-A673-D2C2B1F0DFAA}" type="pres">
      <dgm:prSet presAssocID="{84F5505E-DC99-40C9-AE92-5ACEE9A38E5E}" presName="chevron1" presStyleLbl="sibTrans2D1" presStyleIdx="0" presStyleCnt="5" custScaleY="141003"/>
      <dgm:spPr/>
    </dgm:pt>
    <dgm:pt modelId="{B25D01A1-22BF-47C7-BC2C-BD1C5CAB16D2}" type="pres">
      <dgm:prSet presAssocID="{84F5505E-DC99-40C9-AE92-5ACEE9A38E5E}" presName="spChevron1" presStyleCnt="0"/>
      <dgm:spPr/>
    </dgm:pt>
    <dgm:pt modelId="{59B6F5B6-A0C1-4159-91E0-94A0D9268BBE}" type="pres">
      <dgm:prSet presAssocID="{2AEEDB1B-A558-4ECE-B0BE-2877B5118214}" presName="middle" presStyleCnt="0"/>
      <dgm:spPr/>
    </dgm:pt>
    <dgm:pt modelId="{5468BE06-B664-48EF-AB87-C5CCEEF4BD0E}" type="pres">
      <dgm:prSet presAssocID="{2AEEDB1B-A558-4ECE-B0BE-2877B5118214}" presName="parTxMid" presStyleLbl="revTx" presStyleIdx="1" presStyleCnt="5" custScaleX="181054"/>
      <dgm:spPr/>
    </dgm:pt>
    <dgm:pt modelId="{F84430AC-C38A-4FE0-A99E-1ED1D22E74A6}" type="pres">
      <dgm:prSet presAssocID="{2AEEDB1B-A558-4ECE-B0BE-2877B5118214}" presName="spMid" presStyleCnt="0"/>
      <dgm:spPr/>
    </dgm:pt>
    <dgm:pt modelId="{D27D02B3-4449-4D2A-9CDA-1F06298DC21F}" type="pres">
      <dgm:prSet presAssocID="{287070ED-D5C2-4BC3-80AE-8002CC8D34F8}" presName="chevronComposite1" presStyleCnt="0"/>
      <dgm:spPr/>
    </dgm:pt>
    <dgm:pt modelId="{3F08554F-EEA7-4F0A-98A3-7D55A16E9753}" type="pres">
      <dgm:prSet presAssocID="{287070ED-D5C2-4BC3-80AE-8002CC8D34F8}" presName="chevron1" presStyleLbl="sibTrans2D1" presStyleIdx="1" presStyleCnt="5" custScaleY="148234"/>
      <dgm:spPr/>
    </dgm:pt>
    <dgm:pt modelId="{44A91CB7-A191-46ED-907C-0913F258FFA0}" type="pres">
      <dgm:prSet presAssocID="{287070ED-D5C2-4BC3-80AE-8002CC8D34F8}" presName="spChevron1" presStyleCnt="0"/>
      <dgm:spPr/>
    </dgm:pt>
    <dgm:pt modelId="{881B40C1-22A6-45E9-9456-2D663D79A749}" type="pres">
      <dgm:prSet presAssocID="{45FEAB03-9FF8-4DE4-ACE0-A67D7396CC64}" presName="middle" presStyleCnt="0"/>
      <dgm:spPr/>
    </dgm:pt>
    <dgm:pt modelId="{B08DD4F3-6DC9-48B2-8861-8FA95E159C1E}" type="pres">
      <dgm:prSet presAssocID="{45FEAB03-9FF8-4DE4-ACE0-A67D7396CC64}" presName="parTxMid" presStyleLbl="revTx" presStyleIdx="2" presStyleCnt="5" custScaleX="171111" custScaleY="148850"/>
      <dgm:spPr/>
    </dgm:pt>
    <dgm:pt modelId="{C7FEE430-6B3E-4B90-86D9-D1FE500FB620}" type="pres">
      <dgm:prSet presAssocID="{45FEAB03-9FF8-4DE4-ACE0-A67D7396CC64}" presName="spMid" presStyleCnt="0"/>
      <dgm:spPr/>
    </dgm:pt>
    <dgm:pt modelId="{85D3794E-5273-4520-86CB-8D7E90E74EAF}" type="pres">
      <dgm:prSet presAssocID="{5B978CAC-AFFA-4C7E-AD28-57BA3B812911}" presName="chevronComposite1" presStyleCnt="0"/>
      <dgm:spPr/>
    </dgm:pt>
    <dgm:pt modelId="{65615777-9D55-43A6-9DD3-7C86FA7B64FA}" type="pres">
      <dgm:prSet presAssocID="{5B978CAC-AFFA-4C7E-AD28-57BA3B812911}" presName="chevron1" presStyleLbl="sibTrans2D1" presStyleIdx="2" presStyleCnt="5" custScaleY="151850"/>
      <dgm:spPr/>
    </dgm:pt>
    <dgm:pt modelId="{2F496BC6-18C8-4CEA-9A17-BDC89BD454F0}" type="pres">
      <dgm:prSet presAssocID="{5B978CAC-AFFA-4C7E-AD28-57BA3B812911}" presName="spChevron1" presStyleCnt="0"/>
      <dgm:spPr/>
    </dgm:pt>
    <dgm:pt modelId="{5011F318-38D4-4A49-B2B1-796FA25E80B4}" type="pres">
      <dgm:prSet presAssocID="{765F4BA4-9268-4AF1-9BA9-4AD544DB58FC}" presName="middle" presStyleCnt="0"/>
      <dgm:spPr/>
    </dgm:pt>
    <dgm:pt modelId="{6172CC60-1AD7-4ABF-AC6E-D4196386A079}" type="pres">
      <dgm:prSet presAssocID="{765F4BA4-9268-4AF1-9BA9-4AD544DB58FC}" presName="parTxMid" presStyleLbl="revTx" presStyleIdx="3" presStyleCnt="5" custScaleX="215743"/>
      <dgm:spPr/>
    </dgm:pt>
    <dgm:pt modelId="{25D26C94-562D-4E81-A1CC-FDF63CC7E86E}" type="pres">
      <dgm:prSet presAssocID="{765F4BA4-9268-4AF1-9BA9-4AD544DB58FC}" presName="spMid" presStyleCnt="0"/>
      <dgm:spPr/>
    </dgm:pt>
    <dgm:pt modelId="{E4FB4883-AFAE-46EA-86E2-79EA6FD088D4}" type="pres">
      <dgm:prSet presAssocID="{5380B421-F1A1-4896-AD62-AE8BB38C8E17}" presName="chevronComposite1" presStyleCnt="0"/>
      <dgm:spPr/>
    </dgm:pt>
    <dgm:pt modelId="{316D0C4F-7FAF-4E18-8C35-B4D2B7F161E5}" type="pres">
      <dgm:prSet presAssocID="{5380B421-F1A1-4896-AD62-AE8BB38C8E17}" presName="chevron1" presStyleLbl="sibTrans2D1" presStyleIdx="3" presStyleCnt="5" custScaleY="148851"/>
      <dgm:spPr/>
    </dgm:pt>
    <dgm:pt modelId="{260E94C7-D4D0-442B-BC14-AA1EB3DA5413}" type="pres">
      <dgm:prSet presAssocID="{5380B421-F1A1-4896-AD62-AE8BB38C8E17}" presName="spChevron1" presStyleCnt="0"/>
      <dgm:spPr/>
    </dgm:pt>
    <dgm:pt modelId="{0C04947E-90DD-4542-95F9-F2AF6242B071}" type="pres">
      <dgm:prSet presAssocID="{DA34906D-B209-4F1B-AB7B-B60C074DCF48}" presName="middle" presStyleCnt="0"/>
      <dgm:spPr/>
    </dgm:pt>
    <dgm:pt modelId="{68C3391C-1F62-4C82-9E8F-C232EA17E657}" type="pres">
      <dgm:prSet presAssocID="{DA34906D-B209-4F1B-AB7B-B60C074DCF48}" presName="parTxMid" presStyleLbl="revTx" presStyleIdx="4" presStyleCnt="5" custScaleX="127807"/>
      <dgm:spPr/>
    </dgm:pt>
    <dgm:pt modelId="{A825010F-55DF-453C-8DBB-F9106B0C89FB}" type="pres">
      <dgm:prSet presAssocID="{DA34906D-B209-4F1B-AB7B-B60C074DCF48}" presName="spMid" presStyleCnt="0"/>
      <dgm:spPr/>
    </dgm:pt>
    <dgm:pt modelId="{43D2BA0A-1852-4B6A-91B7-7FE82B9ADC77}" type="pres">
      <dgm:prSet presAssocID="{7524CD1B-02F1-45D4-A796-5F2F071AE368}" presName="chevronComposite1" presStyleCnt="0"/>
      <dgm:spPr/>
    </dgm:pt>
    <dgm:pt modelId="{6FBD8D76-327A-4B18-AB26-68C632F68704}" type="pres">
      <dgm:prSet presAssocID="{7524CD1B-02F1-45D4-A796-5F2F071AE368}" presName="chevron1" presStyleLbl="sibTrans2D1" presStyleIdx="4" presStyleCnt="5" custScaleY="166312"/>
      <dgm:spPr/>
    </dgm:pt>
    <dgm:pt modelId="{08E5240D-113B-40EE-97AB-86988C49AD8A}" type="pres">
      <dgm:prSet presAssocID="{7524CD1B-02F1-45D4-A796-5F2F071AE368}" presName="spChevron1" presStyleCnt="0"/>
      <dgm:spPr/>
    </dgm:pt>
    <dgm:pt modelId="{B900FB4B-A23D-4604-AFA0-029BF169645E}" type="pres">
      <dgm:prSet presAssocID="{75BF6D3D-FA7E-4D8F-A444-7114B00C67CE}" presName="last" presStyleCnt="0"/>
      <dgm:spPr/>
    </dgm:pt>
    <dgm:pt modelId="{D10466A6-CBF3-4FB4-A1AE-D8FC59BBB6A8}" type="pres">
      <dgm:prSet presAssocID="{75BF6D3D-FA7E-4D8F-A444-7114B00C67CE}" presName="circleTx" presStyleLbl="node1" presStyleIdx="18" presStyleCnt="19"/>
      <dgm:spPr/>
    </dgm:pt>
    <dgm:pt modelId="{60CC1782-F490-4486-B1F5-E3A546189E89}" type="pres">
      <dgm:prSet presAssocID="{75BF6D3D-FA7E-4D8F-A444-7114B00C67CE}" presName="spN" presStyleCnt="0"/>
      <dgm:spPr/>
    </dgm:pt>
  </dgm:ptLst>
  <dgm:cxnLst>
    <dgm:cxn modelId="{664CFA24-9ABC-4CF1-9122-8237FFA40DAC}" type="presOf" srcId="{765F4BA4-9268-4AF1-9BA9-4AD544DB58FC}" destId="{6172CC60-1AD7-4ABF-AC6E-D4196386A079}" srcOrd="0" destOrd="0" presId="urn:microsoft.com/office/officeart/2009/3/layout/RandomtoResultProcess"/>
    <dgm:cxn modelId="{A15A0B2B-C904-4889-A840-1167E6D93311}" srcId="{A4776E50-5A66-481C-9BB6-CF3A69271CA8}" destId="{75BF6D3D-FA7E-4D8F-A444-7114B00C67CE}" srcOrd="5" destOrd="0" parTransId="{3ABC5F75-5B2F-4252-9200-F2043557040E}" sibTransId="{40FE2B7B-D5EA-4BE7-B721-8F40A16D328B}"/>
    <dgm:cxn modelId="{75DA2C52-837E-43BA-9ABD-88B6B948D5EC}" type="presOf" srcId="{45FEAB03-9FF8-4DE4-ACE0-A67D7396CC64}" destId="{B08DD4F3-6DC9-48B2-8861-8FA95E159C1E}" srcOrd="0" destOrd="0" presId="urn:microsoft.com/office/officeart/2009/3/layout/RandomtoResultProcess"/>
    <dgm:cxn modelId="{9EB55776-44BC-4618-96EA-562041DC4599}" type="presOf" srcId="{75BF6D3D-FA7E-4D8F-A444-7114B00C67CE}" destId="{D10466A6-CBF3-4FB4-A1AE-D8FC59BBB6A8}" srcOrd="0" destOrd="0" presId="urn:microsoft.com/office/officeart/2009/3/layout/RandomtoResultProcess"/>
    <dgm:cxn modelId="{57AAF585-0991-4B37-8B5B-64D24DE9C9D4}" type="presOf" srcId="{237AE8B9-830B-418C-B6C0-9B31F7EA1AFC}" destId="{3EF397B4-AD57-469F-9EC3-1A88A528797B}" srcOrd="0" destOrd="0" presId="urn:microsoft.com/office/officeart/2009/3/layout/RandomtoResultProcess"/>
    <dgm:cxn modelId="{AE6CA98F-7A72-4D53-980F-370DB6C29803}" srcId="{A4776E50-5A66-481C-9BB6-CF3A69271CA8}" destId="{DA34906D-B209-4F1B-AB7B-B60C074DCF48}" srcOrd="4" destOrd="0" parTransId="{0320FA9A-8041-4F01-94A5-A7F6057940D0}" sibTransId="{7524CD1B-02F1-45D4-A796-5F2F071AE368}"/>
    <dgm:cxn modelId="{7D3E959C-90E3-4C4D-B6F0-C041E0848DFE}" srcId="{A4776E50-5A66-481C-9BB6-CF3A69271CA8}" destId="{237AE8B9-830B-418C-B6C0-9B31F7EA1AFC}" srcOrd="0" destOrd="0" parTransId="{71C87141-E38A-4145-A337-56DE079E7C40}" sibTransId="{84F5505E-DC99-40C9-AE92-5ACEE9A38E5E}"/>
    <dgm:cxn modelId="{3B8A5AA2-A0FC-449F-9FB7-B75E1F3E425D}" srcId="{A4776E50-5A66-481C-9BB6-CF3A69271CA8}" destId="{765F4BA4-9268-4AF1-9BA9-4AD544DB58FC}" srcOrd="3" destOrd="0" parTransId="{3259E617-FDBC-4B0E-B3F4-6E636B294A59}" sibTransId="{5380B421-F1A1-4896-AD62-AE8BB38C8E17}"/>
    <dgm:cxn modelId="{681688CF-AE08-4FAE-8DC2-51892B111898}" srcId="{A4776E50-5A66-481C-9BB6-CF3A69271CA8}" destId="{45FEAB03-9FF8-4DE4-ACE0-A67D7396CC64}" srcOrd="2" destOrd="0" parTransId="{37BE771F-1852-4278-9AFE-ABDA3CE0E4AE}" sibTransId="{5B978CAC-AFFA-4C7E-AD28-57BA3B812911}"/>
    <dgm:cxn modelId="{EA562AD3-8500-4CF5-B39A-C305490909EC}" srcId="{A4776E50-5A66-481C-9BB6-CF3A69271CA8}" destId="{2AEEDB1B-A558-4ECE-B0BE-2877B5118214}" srcOrd="1" destOrd="0" parTransId="{AEB4C483-01B2-471F-9691-3CC20DC016DF}" sibTransId="{287070ED-D5C2-4BC3-80AE-8002CC8D34F8}"/>
    <dgm:cxn modelId="{C08664EE-3CE6-4E12-BAED-829531EDB52A}" type="presOf" srcId="{DA34906D-B209-4F1B-AB7B-B60C074DCF48}" destId="{68C3391C-1F62-4C82-9E8F-C232EA17E657}" srcOrd="0" destOrd="0" presId="urn:microsoft.com/office/officeart/2009/3/layout/RandomtoResultProcess"/>
    <dgm:cxn modelId="{5E9512F5-3948-470A-AF59-246BCF15B12F}" type="presOf" srcId="{2AEEDB1B-A558-4ECE-B0BE-2877B5118214}" destId="{5468BE06-B664-48EF-AB87-C5CCEEF4BD0E}" srcOrd="0" destOrd="0" presId="urn:microsoft.com/office/officeart/2009/3/layout/RandomtoResultProcess"/>
    <dgm:cxn modelId="{5EBD08FE-C5C6-4B1F-9A5B-3A5611270F1B}" type="presOf" srcId="{A4776E50-5A66-481C-9BB6-CF3A69271CA8}" destId="{0AC4B486-EC5F-4AC5-907E-C02DBB67A921}" srcOrd="0" destOrd="0" presId="urn:microsoft.com/office/officeart/2009/3/layout/RandomtoResultProcess"/>
    <dgm:cxn modelId="{62FBCCA3-F50A-4709-AA92-96E85EDADA0B}" type="presParOf" srcId="{0AC4B486-EC5F-4AC5-907E-C02DBB67A921}" destId="{5A59B180-7D14-4F45-9797-6440750218AC}" srcOrd="0" destOrd="0" presId="urn:microsoft.com/office/officeart/2009/3/layout/RandomtoResultProcess"/>
    <dgm:cxn modelId="{8EFCB46E-AB37-44C7-8DEE-A2A81C20CA38}" type="presParOf" srcId="{5A59B180-7D14-4F45-9797-6440750218AC}" destId="{3EF397B4-AD57-469F-9EC3-1A88A528797B}" srcOrd="0" destOrd="0" presId="urn:microsoft.com/office/officeart/2009/3/layout/RandomtoResultProcess"/>
    <dgm:cxn modelId="{FC6EAF0F-53F4-4B2B-AEE0-13E636BAA3A3}" type="presParOf" srcId="{5A59B180-7D14-4F45-9797-6440750218AC}" destId="{30C1657B-059B-47CA-BD21-91F8A54147BB}" srcOrd="1" destOrd="0" presId="urn:microsoft.com/office/officeart/2009/3/layout/RandomtoResultProcess"/>
    <dgm:cxn modelId="{29EAA016-532F-4A90-8943-2647CE75BF08}" type="presParOf" srcId="{5A59B180-7D14-4F45-9797-6440750218AC}" destId="{1450C843-9492-4978-A62C-DCDE593CD76F}" srcOrd="2" destOrd="0" presId="urn:microsoft.com/office/officeart/2009/3/layout/RandomtoResultProcess"/>
    <dgm:cxn modelId="{E7886695-F550-423D-BBC2-3F348F3D2D94}" type="presParOf" srcId="{5A59B180-7D14-4F45-9797-6440750218AC}" destId="{B63E69A9-33DB-4B9D-BE23-8AB5C39D2606}" srcOrd="3" destOrd="0" presId="urn:microsoft.com/office/officeart/2009/3/layout/RandomtoResultProcess"/>
    <dgm:cxn modelId="{1535A609-1132-4250-8E89-1BF57D343B10}" type="presParOf" srcId="{5A59B180-7D14-4F45-9797-6440750218AC}" destId="{217C15D3-419A-4B62-A463-A94AD022E03B}" srcOrd="4" destOrd="0" presId="urn:microsoft.com/office/officeart/2009/3/layout/RandomtoResultProcess"/>
    <dgm:cxn modelId="{54149091-35D7-4AFA-AB26-A2D87469EA08}" type="presParOf" srcId="{5A59B180-7D14-4F45-9797-6440750218AC}" destId="{14F4F03B-9EA6-4CA2-B1EF-2FB659205B39}" srcOrd="5" destOrd="0" presId="urn:microsoft.com/office/officeart/2009/3/layout/RandomtoResultProcess"/>
    <dgm:cxn modelId="{FF77634A-8201-486C-99BC-91692523AF73}" type="presParOf" srcId="{5A59B180-7D14-4F45-9797-6440750218AC}" destId="{5705F0C5-224D-4986-B69E-DB5B35EED2D2}" srcOrd="6" destOrd="0" presId="urn:microsoft.com/office/officeart/2009/3/layout/RandomtoResultProcess"/>
    <dgm:cxn modelId="{AF247157-5D13-4CA8-B1C0-FC4CADC68C5A}" type="presParOf" srcId="{5A59B180-7D14-4F45-9797-6440750218AC}" destId="{0A118CB6-4B09-4A43-AFC7-305DC8A80431}" srcOrd="7" destOrd="0" presId="urn:microsoft.com/office/officeart/2009/3/layout/RandomtoResultProcess"/>
    <dgm:cxn modelId="{6F12B36E-DAE5-4EED-A0F9-5E015AD5C1D0}" type="presParOf" srcId="{5A59B180-7D14-4F45-9797-6440750218AC}" destId="{E96710C4-A67E-4465-B9CB-394EB287D176}" srcOrd="8" destOrd="0" presId="urn:microsoft.com/office/officeart/2009/3/layout/RandomtoResultProcess"/>
    <dgm:cxn modelId="{F581C381-9FBB-47B3-BB8C-414B2E539D06}" type="presParOf" srcId="{5A59B180-7D14-4F45-9797-6440750218AC}" destId="{282CBBA8-DA2F-498C-9D9D-346891B8F4B2}" srcOrd="9" destOrd="0" presId="urn:microsoft.com/office/officeart/2009/3/layout/RandomtoResultProcess"/>
    <dgm:cxn modelId="{DC9D7292-69F4-472F-947F-1BD90F6CED1E}" type="presParOf" srcId="{5A59B180-7D14-4F45-9797-6440750218AC}" destId="{3DE5AF27-2E4D-4D3D-BF94-6122576046CE}" srcOrd="10" destOrd="0" presId="urn:microsoft.com/office/officeart/2009/3/layout/RandomtoResultProcess"/>
    <dgm:cxn modelId="{84CEABCA-B0E2-4489-9822-EAA8460E1CE1}" type="presParOf" srcId="{5A59B180-7D14-4F45-9797-6440750218AC}" destId="{68AED8EB-0CEA-4E9A-AFA5-2B00A00E9CC0}" srcOrd="11" destOrd="0" presId="urn:microsoft.com/office/officeart/2009/3/layout/RandomtoResultProcess"/>
    <dgm:cxn modelId="{54ED18A9-8D08-4C77-B547-B340481987F8}" type="presParOf" srcId="{5A59B180-7D14-4F45-9797-6440750218AC}" destId="{066B6E19-7879-49A0-BD84-397ACBE7663D}" srcOrd="12" destOrd="0" presId="urn:microsoft.com/office/officeart/2009/3/layout/RandomtoResultProcess"/>
    <dgm:cxn modelId="{7747E163-B930-4E2F-B608-7B25072FD4F4}" type="presParOf" srcId="{5A59B180-7D14-4F45-9797-6440750218AC}" destId="{AB53E646-8A64-4E0B-A1B1-73C34ED95ABD}" srcOrd="13" destOrd="0" presId="urn:microsoft.com/office/officeart/2009/3/layout/RandomtoResultProcess"/>
    <dgm:cxn modelId="{72435C9B-D82B-4EEB-9FF7-547735B73E28}" type="presParOf" srcId="{5A59B180-7D14-4F45-9797-6440750218AC}" destId="{BE12A5B6-B6A1-412D-9CE3-6B4D2967FE8B}" srcOrd="14" destOrd="0" presId="urn:microsoft.com/office/officeart/2009/3/layout/RandomtoResultProcess"/>
    <dgm:cxn modelId="{3E528A72-197E-4434-84B3-E9E80DC7D54F}" type="presParOf" srcId="{5A59B180-7D14-4F45-9797-6440750218AC}" destId="{62DA6B68-9EB0-4ACF-A5C8-AB8A665D5967}" srcOrd="15" destOrd="0" presId="urn:microsoft.com/office/officeart/2009/3/layout/RandomtoResultProcess"/>
    <dgm:cxn modelId="{009DCAFC-4323-47EA-818C-355989F297C1}" type="presParOf" srcId="{5A59B180-7D14-4F45-9797-6440750218AC}" destId="{4EC078C9-A1EF-456A-A098-B095AAE28EC0}" srcOrd="16" destOrd="0" presId="urn:microsoft.com/office/officeart/2009/3/layout/RandomtoResultProcess"/>
    <dgm:cxn modelId="{FAE91C67-3D82-4FCD-86DF-583B4345848F}" type="presParOf" srcId="{5A59B180-7D14-4F45-9797-6440750218AC}" destId="{A5DFA47F-0B38-4784-801C-FDF95341C5D6}" srcOrd="17" destOrd="0" presId="urn:microsoft.com/office/officeart/2009/3/layout/RandomtoResultProcess"/>
    <dgm:cxn modelId="{1EF5055E-305B-4A2D-825B-FA290418176A}" type="presParOf" srcId="{5A59B180-7D14-4F45-9797-6440750218AC}" destId="{FB46AD22-2E99-489A-BB25-8167542C2F31}" srcOrd="18" destOrd="0" presId="urn:microsoft.com/office/officeart/2009/3/layout/RandomtoResultProcess"/>
    <dgm:cxn modelId="{D9BD0C4D-7F89-4EAF-A3BB-62CF8E17F73E}" type="presParOf" srcId="{0AC4B486-EC5F-4AC5-907E-C02DBB67A921}" destId="{8878443A-B81E-4268-97B5-723724E9A4FD}" srcOrd="1" destOrd="0" presId="urn:microsoft.com/office/officeart/2009/3/layout/RandomtoResultProcess"/>
    <dgm:cxn modelId="{8D8D20D9-9866-454C-8CA1-6D832A65A73B}" type="presParOf" srcId="{8878443A-B81E-4268-97B5-723724E9A4FD}" destId="{8A82D22D-B784-41D2-A673-D2C2B1F0DFAA}" srcOrd="0" destOrd="0" presId="urn:microsoft.com/office/officeart/2009/3/layout/RandomtoResultProcess"/>
    <dgm:cxn modelId="{1CEDBF19-F70D-4B64-BD8D-388EBD15DA74}" type="presParOf" srcId="{8878443A-B81E-4268-97B5-723724E9A4FD}" destId="{B25D01A1-22BF-47C7-BC2C-BD1C5CAB16D2}" srcOrd="1" destOrd="0" presId="urn:microsoft.com/office/officeart/2009/3/layout/RandomtoResultProcess"/>
    <dgm:cxn modelId="{F6AE35F3-C3EC-4931-889B-5F8BC13D9922}" type="presParOf" srcId="{0AC4B486-EC5F-4AC5-907E-C02DBB67A921}" destId="{59B6F5B6-A0C1-4159-91E0-94A0D9268BBE}" srcOrd="2" destOrd="0" presId="urn:microsoft.com/office/officeart/2009/3/layout/RandomtoResultProcess"/>
    <dgm:cxn modelId="{4D5D8984-D843-41D0-95C9-B692652923D5}" type="presParOf" srcId="{59B6F5B6-A0C1-4159-91E0-94A0D9268BBE}" destId="{5468BE06-B664-48EF-AB87-C5CCEEF4BD0E}" srcOrd="0" destOrd="0" presId="urn:microsoft.com/office/officeart/2009/3/layout/RandomtoResultProcess"/>
    <dgm:cxn modelId="{1EECCA2C-E900-45FA-9EFE-E05B683C83CA}" type="presParOf" srcId="{59B6F5B6-A0C1-4159-91E0-94A0D9268BBE}" destId="{F84430AC-C38A-4FE0-A99E-1ED1D22E74A6}" srcOrd="1" destOrd="0" presId="urn:microsoft.com/office/officeart/2009/3/layout/RandomtoResultProcess"/>
    <dgm:cxn modelId="{F807F4E2-174D-4AFE-9992-E8BAE0BE9A9B}" type="presParOf" srcId="{0AC4B486-EC5F-4AC5-907E-C02DBB67A921}" destId="{D27D02B3-4449-4D2A-9CDA-1F06298DC21F}" srcOrd="3" destOrd="0" presId="urn:microsoft.com/office/officeart/2009/3/layout/RandomtoResultProcess"/>
    <dgm:cxn modelId="{86455C5A-F733-40BB-BD15-F33183D548AF}" type="presParOf" srcId="{D27D02B3-4449-4D2A-9CDA-1F06298DC21F}" destId="{3F08554F-EEA7-4F0A-98A3-7D55A16E9753}" srcOrd="0" destOrd="0" presId="urn:microsoft.com/office/officeart/2009/3/layout/RandomtoResultProcess"/>
    <dgm:cxn modelId="{62FC053E-9A13-442D-B0C0-25510D7F86D6}" type="presParOf" srcId="{D27D02B3-4449-4D2A-9CDA-1F06298DC21F}" destId="{44A91CB7-A191-46ED-907C-0913F258FFA0}" srcOrd="1" destOrd="0" presId="urn:microsoft.com/office/officeart/2009/3/layout/RandomtoResultProcess"/>
    <dgm:cxn modelId="{4A78540B-8094-4BB2-9B86-6EB68D0FF009}" type="presParOf" srcId="{0AC4B486-EC5F-4AC5-907E-C02DBB67A921}" destId="{881B40C1-22A6-45E9-9456-2D663D79A749}" srcOrd="4" destOrd="0" presId="urn:microsoft.com/office/officeart/2009/3/layout/RandomtoResultProcess"/>
    <dgm:cxn modelId="{69AAE8FF-9258-4953-ABD4-44A62589D9E8}" type="presParOf" srcId="{881B40C1-22A6-45E9-9456-2D663D79A749}" destId="{B08DD4F3-6DC9-48B2-8861-8FA95E159C1E}" srcOrd="0" destOrd="0" presId="urn:microsoft.com/office/officeart/2009/3/layout/RandomtoResultProcess"/>
    <dgm:cxn modelId="{31578669-1BA4-4AFB-B802-14F2E6B52350}" type="presParOf" srcId="{881B40C1-22A6-45E9-9456-2D663D79A749}" destId="{C7FEE430-6B3E-4B90-86D9-D1FE500FB620}" srcOrd="1" destOrd="0" presId="urn:microsoft.com/office/officeart/2009/3/layout/RandomtoResultProcess"/>
    <dgm:cxn modelId="{699BD75D-B658-4FB9-8F29-F46677DE77F7}" type="presParOf" srcId="{0AC4B486-EC5F-4AC5-907E-C02DBB67A921}" destId="{85D3794E-5273-4520-86CB-8D7E90E74EAF}" srcOrd="5" destOrd="0" presId="urn:microsoft.com/office/officeart/2009/3/layout/RandomtoResultProcess"/>
    <dgm:cxn modelId="{789A4086-C897-4AC5-9489-990B732C950F}" type="presParOf" srcId="{85D3794E-5273-4520-86CB-8D7E90E74EAF}" destId="{65615777-9D55-43A6-9DD3-7C86FA7B64FA}" srcOrd="0" destOrd="0" presId="urn:microsoft.com/office/officeart/2009/3/layout/RandomtoResultProcess"/>
    <dgm:cxn modelId="{B9B2263F-EE48-46EE-8057-B71189E6B88F}" type="presParOf" srcId="{85D3794E-5273-4520-86CB-8D7E90E74EAF}" destId="{2F496BC6-18C8-4CEA-9A17-BDC89BD454F0}" srcOrd="1" destOrd="0" presId="urn:microsoft.com/office/officeart/2009/3/layout/RandomtoResultProcess"/>
    <dgm:cxn modelId="{7F4B568B-8836-4297-9FC5-42A0A010E694}" type="presParOf" srcId="{0AC4B486-EC5F-4AC5-907E-C02DBB67A921}" destId="{5011F318-38D4-4A49-B2B1-796FA25E80B4}" srcOrd="6" destOrd="0" presId="urn:microsoft.com/office/officeart/2009/3/layout/RandomtoResultProcess"/>
    <dgm:cxn modelId="{7ADC32EA-F83F-43DE-8171-53102F9A4518}" type="presParOf" srcId="{5011F318-38D4-4A49-B2B1-796FA25E80B4}" destId="{6172CC60-1AD7-4ABF-AC6E-D4196386A079}" srcOrd="0" destOrd="0" presId="urn:microsoft.com/office/officeart/2009/3/layout/RandomtoResultProcess"/>
    <dgm:cxn modelId="{96B3DA54-274D-48B0-9971-AAF82FC597C7}" type="presParOf" srcId="{5011F318-38D4-4A49-B2B1-796FA25E80B4}" destId="{25D26C94-562D-4E81-A1CC-FDF63CC7E86E}" srcOrd="1" destOrd="0" presId="urn:microsoft.com/office/officeart/2009/3/layout/RandomtoResultProcess"/>
    <dgm:cxn modelId="{E6E6CB57-55F1-4EF5-9EF6-245958F24019}" type="presParOf" srcId="{0AC4B486-EC5F-4AC5-907E-C02DBB67A921}" destId="{E4FB4883-AFAE-46EA-86E2-79EA6FD088D4}" srcOrd="7" destOrd="0" presId="urn:microsoft.com/office/officeart/2009/3/layout/RandomtoResultProcess"/>
    <dgm:cxn modelId="{4D2A71C8-55BA-40E7-BA7E-1FB189CE2807}" type="presParOf" srcId="{E4FB4883-AFAE-46EA-86E2-79EA6FD088D4}" destId="{316D0C4F-7FAF-4E18-8C35-B4D2B7F161E5}" srcOrd="0" destOrd="0" presId="urn:microsoft.com/office/officeart/2009/3/layout/RandomtoResultProcess"/>
    <dgm:cxn modelId="{C8F83363-853F-4246-B046-278D7AF7FFC0}" type="presParOf" srcId="{E4FB4883-AFAE-46EA-86E2-79EA6FD088D4}" destId="{260E94C7-D4D0-442B-BC14-AA1EB3DA5413}" srcOrd="1" destOrd="0" presId="urn:microsoft.com/office/officeart/2009/3/layout/RandomtoResultProcess"/>
    <dgm:cxn modelId="{EAD1205C-CCAD-4BCC-9613-08D71F5CC0F8}" type="presParOf" srcId="{0AC4B486-EC5F-4AC5-907E-C02DBB67A921}" destId="{0C04947E-90DD-4542-95F9-F2AF6242B071}" srcOrd="8" destOrd="0" presId="urn:microsoft.com/office/officeart/2009/3/layout/RandomtoResultProcess"/>
    <dgm:cxn modelId="{3E1C846F-A572-468C-96EE-32DD89472146}" type="presParOf" srcId="{0C04947E-90DD-4542-95F9-F2AF6242B071}" destId="{68C3391C-1F62-4C82-9E8F-C232EA17E657}" srcOrd="0" destOrd="0" presId="urn:microsoft.com/office/officeart/2009/3/layout/RandomtoResultProcess"/>
    <dgm:cxn modelId="{80BF6C7A-EE3F-48BE-AAB0-7E6F1813FEF2}" type="presParOf" srcId="{0C04947E-90DD-4542-95F9-F2AF6242B071}" destId="{A825010F-55DF-453C-8DBB-F9106B0C89FB}" srcOrd="1" destOrd="0" presId="urn:microsoft.com/office/officeart/2009/3/layout/RandomtoResultProcess"/>
    <dgm:cxn modelId="{4079CFD3-920F-41FA-AA05-990987B8FBD6}" type="presParOf" srcId="{0AC4B486-EC5F-4AC5-907E-C02DBB67A921}" destId="{43D2BA0A-1852-4B6A-91B7-7FE82B9ADC77}" srcOrd="9" destOrd="0" presId="urn:microsoft.com/office/officeart/2009/3/layout/RandomtoResultProcess"/>
    <dgm:cxn modelId="{2414C576-FD49-4D73-B5F8-2AE1E8B5B3F3}" type="presParOf" srcId="{43D2BA0A-1852-4B6A-91B7-7FE82B9ADC77}" destId="{6FBD8D76-327A-4B18-AB26-68C632F68704}" srcOrd="0" destOrd="0" presId="urn:microsoft.com/office/officeart/2009/3/layout/RandomtoResultProcess"/>
    <dgm:cxn modelId="{D36FECD9-DC7D-4025-B965-E22C3336C9A6}" type="presParOf" srcId="{43D2BA0A-1852-4B6A-91B7-7FE82B9ADC77}" destId="{08E5240D-113B-40EE-97AB-86988C49AD8A}" srcOrd="1" destOrd="0" presId="urn:microsoft.com/office/officeart/2009/3/layout/RandomtoResultProcess"/>
    <dgm:cxn modelId="{DA24B5BA-EE96-40E1-8ABF-CAB8C03F7393}" type="presParOf" srcId="{0AC4B486-EC5F-4AC5-907E-C02DBB67A921}" destId="{B900FB4B-A23D-4604-AFA0-029BF169645E}" srcOrd="10" destOrd="0" presId="urn:microsoft.com/office/officeart/2009/3/layout/RandomtoResultProcess"/>
    <dgm:cxn modelId="{305492C5-E0E8-488F-87DB-80EEFA06929F}" type="presParOf" srcId="{B900FB4B-A23D-4604-AFA0-029BF169645E}" destId="{D10466A6-CBF3-4FB4-A1AE-D8FC59BBB6A8}" srcOrd="0" destOrd="0" presId="urn:microsoft.com/office/officeart/2009/3/layout/RandomtoResultProcess"/>
    <dgm:cxn modelId="{EB1643B4-CAC2-438D-9155-6C9F25D5E177}" type="presParOf" srcId="{B900FB4B-A23D-4604-AFA0-029BF169645E}" destId="{60CC1782-F490-4486-B1F5-E3A546189E89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397B4-AD57-469F-9EC3-1A88A528797B}">
      <dsp:nvSpPr>
        <dsp:cNvPr id="0" name=""/>
        <dsp:cNvSpPr/>
      </dsp:nvSpPr>
      <dsp:spPr>
        <a:xfrm>
          <a:off x="80565" y="2156223"/>
          <a:ext cx="1110316" cy="365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START </a:t>
          </a:r>
        </a:p>
      </dsp:txBody>
      <dsp:txXfrm>
        <a:off x="80565" y="2156223"/>
        <a:ext cx="1110316" cy="365899"/>
      </dsp:txXfrm>
    </dsp:sp>
    <dsp:sp modelId="{30C1657B-059B-47CA-BD21-91F8A54147BB}">
      <dsp:nvSpPr>
        <dsp:cNvPr id="0" name=""/>
        <dsp:cNvSpPr/>
      </dsp:nvSpPr>
      <dsp:spPr>
        <a:xfrm>
          <a:off x="79303" y="2044939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0C843-9492-4978-A62C-DCDE593CD76F}">
      <dsp:nvSpPr>
        <dsp:cNvPr id="0" name=""/>
        <dsp:cNvSpPr/>
      </dsp:nvSpPr>
      <dsp:spPr>
        <a:xfrm>
          <a:off x="141128" y="1921290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E69A9-33DB-4B9D-BE23-8AB5C39D2606}">
      <dsp:nvSpPr>
        <dsp:cNvPr id="0" name=""/>
        <dsp:cNvSpPr/>
      </dsp:nvSpPr>
      <dsp:spPr>
        <a:xfrm>
          <a:off x="289506" y="1946020"/>
          <a:ext cx="138789" cy="1387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C15D3-419A-4B62-A463-A94AD022E03B}">
      <dsp:nvSpPr>
        <dsp:cNvPr id="0" name=""/>
        <dsp:cNvSpPr/>
      </dsp:nvSpPr>
      <dsp:spPr>
        <a:xfrm>
          <a:off x="413155" y="1810006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4F03B-9EA6-4CA2-B1EF-2FB659205B39}">
      <dsp:nvSpPr>
        <dsp:cNvPr id="0" name=""/>
        <dsp:cNvSpPr/>
      </dsp:nvSpPr>
      <dsp:spPr>
        <a:xfrm>
          <a:off x="573899" y="1760547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5F0C5-224D-4986-B69E-DB5B35EED2D2}">
      <dsp:nvSpPr>
        <dsp:cNvPr id="0" name=""/>
        <dsp:cNvSpPr/>
      </dsp:nvSpPr>
      <dsp:spPr>
        <a:xfrm>
          <a:off x="771737" y="1847101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18CB6-4B09-4A43-AFC7-305DC8A80431}">
      <dsp:nvSpPr>
        <dsp:cNvPr id="0" name=""/>
        <dsp:cNvSpPr/>
      </dsp:nvSpPr>
      <dsp:spPr>
        <a:xfrm>
          <a:off x="895386" y="1908925"/>
          <a:ext cx="138789" cy="1387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710C4-A67E-4465-B9CB-394EB287D176}">
      <dsp:nvSpPr>
        <dsp:cNvPr id="0" name=""/>
        <dsp:cNvSpPr/>
      </dsp:nvSpPr>
      <dsp:spPr>
        <a:xfrm>
          <a:off x="1068495" y="2044939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2CBBA8-DA2F-498C-9D9D-346891B8F4B2}">
      <dsp:nvSpPr>
        <dsp:cNvPr id="0" name=""/>
        <dsp:cNvSpPr/>
      </dsp:nvSpPr>
      <dsp:spPr>
        <a:xfrm>
          <a:off x="1142684" y="2180953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5AF27-2E4D-4D3D-BF94-6122576046CE}">
      <dsp:nvSpPr>
        <dsp:cNvPr id="0" name=""/>
        <dsp:cNvSpPr/>
      </dsp:nvSpPr>
      <dsp:spPr>
        <a:xfrm>
          <a:off x="499710" y="1921290"/>
          <a:ext cx="227110" cy="227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ED8EB-0CEA-4E9A-AFA5-2B00A00E9CC0}">
      <dsp:nvSpPr>
        <dsp:cNvPr id="0" name=""/>
        <dsp:cNvSpPr/>
      </dsp:nvSpPr>
      <dsp:spPr>
        <a:xfrm>
          <a:off x="17479" y="2391156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B6E19-7879-49A0-BD84-397ACBE7663D}">
      <dsp:nvSpPr>
        <dsp:cNvPr id="0" name=""/>
        <dsp:cNvSpPr/>
      </dsp:nvSpPr>
      <dsp:spPr>
        <a:xfrm>
          <a:off x="91668" y="2502440"/>
          <a:ext cx="138789" cy="1387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3E646-8A64-4E0B-A1B1-73C34ED95ABD}">
      <dsp:nvSpPr>
        <dsp:cNvPr id="0" name=""/>
        <dsp:cNvSpPr/>
      </dsp:nvSpPr>
      <dsp:spPr>
        <a:xfrm>
          <a:off x="277141" y="2601359"/>
          <a:ext cx="201875" cy="2018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2A5B6-B6A1-412D-9CE3-6B4D2967FE8B}">
      <dsp:nvSpPr>
        <dsp:cNvPr id="0" name=""/>
        <dsp:cNvSpPr/>
      </dsp:nvSpPr>
      <dsp:spPr>
        <a:xfrm>
          <a:off x="536804" y="2762103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A6B68-9EB0-4ACF-A5C8-AB8A665D5967}">
      <dsp:nvSpPr>
        <dsp:cNvPr id="0" name=""/>
        <dsp:cNvSpPr/>
      </dsp:nvSpPr>
      <dsp:spPr>
        <a:xfrm>
          <a:off x="586264" y="2601359"/>
          <a:ext cx="138789" cy="1387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078C9-A1EF-456A-A098-B095AAE28EC0}">
      <dsp:nvSpPr>
        <dsp:cNvPr id="0" name=""/>
        <dsp:cNvSpPr/>
      </dsp:nvSpPr>
      <dsp:spPr>
        <a:xfrm>
          <a:off x="709913" y="2774468"/>
          <a:ext cx="88320" cy="8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FA47F-0B38-4784-801C-FDF95341C5D6}">
      <dsp:nvSpPr>
        <dsp:cNvPr id="0" name=""/>
        <dsp:cNvSpPr/>
      </dsp:nvSpPr>
      <dsp:spPr>
        <a:xfrm>
          <a:off x="821197" y="2576630"/>
          <a:ext cx="201875" cy="2018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6AD22-2E99-489A-BB25-8167542C2F31}">
      <dsp:nvSpPr>
        <dsp:cNvPr id="0" name=""/>
        <dsp:cNvSpPr/>
      </dsp:nvSpPr>
      <dsp:spPr>
        <a:xfrm>
          <a:off x="1093224" y="2527170"/>
          <a:ext cx="138789" cy="1387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2D22D-B784-41D2-A673-D2C2B1F0DFAA}">
      <dsp:nvSpPr>
        <dsp:cNvPr id="0" name=""/>
        <dsp:cNvSpPr/>
      </dsp:nvSpPr>
      <dsp:spPr>
        <a:xfrm>
          <a:off x="1232014" y="1786279"/>
          <a:ext cx="407605" cy="1097233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8BE06-B664-48EF-AB87-C5CCEEF4BD0E}">
      <dsp:nvSpPr>
        <dsp:cNvPr id="0" name=""/>
        <dsp:cNvSpPr/>
      </dsp:nvSpPr>
      <dsp:spPr>
        <a:xfrm>
          <a:off x="1639619" y="1946192"/>
          <a:ext cx="2012688" cy="778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CLUSTERING ALGORTHIM</a:t>
          </a:r>
        </a:p>
      </dsp:txBody>
      <dsp:txXfrm>
        <a:off x="1639619" y="1946192"/>
        <a:ext cx="2012688" cy="778155"/>
      </dsp:txXfrm>
    </dsp:sp>
    <dsp:sp modelId="{3F08554F-EEA7-4F0A-98A3-7D55A16E9753}">
      <dsp:nvSpPr>
        <dsp:cNvPr id="0" name=""/>
        <dsp:cNvSpPr/>
      </dsp:nvSpPr>
      <dsp:spPr>
        <a:xfrm>
          <a:off x="3652308" y="1760547"/>
          <a:ext cx="407605" cy="1153502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DD4F3-6DC9-48B2-8861-8FA95E159C1E}">
      <dsp:nvSpPr>
        <dsp:cNvPr id="0" name=""/>
        <dsp:cNvSpPr/>
      </dsp:nvSpPr>
      <dsp:spPr>
        <a:xfrm>
          <a:off x="4059913" y="1760547"/>
          <a:ext cx="1902156" cy="1158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ROUTING ALGORITHM</a:t>
          </a:r>
        </a:p>
      </dsp:txBody>
      <dsp:txXfrm>
        <a:off x="4059913" y="1760547"/>
        <a:ext cx="1902156" cy="1158284"/>
      </dsp:txXfrm>
    </dsp:sp>
    <dsp:sp modelId="{65615777-9D55-43A6-9DD3-7C86FA7B64FA}">
      <dsp:nvSpPr>
        <dsp:cNvPr id="0" name=""/>
        <dsp:cNvSpPr/>
      </dsp:nvSpPr>
      <dsp:spPr>
        <a:xfrm>
          <a:off x="5962070" y="1760547"/>
          <a:ext cx="407605" cy="1181640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2CC60-1AD7-4ABF-AC6E-D4196386A079}">
      <dsp:nvSpPr>
        <dsp:cNvPr id="0" name=""/>
        <dsp:cNvSpPr/>
      </dsp:nvSpPr>
      <dsp:spPr>
        <a:xfrm>
          <a:off x="6369676" y="1946192"/>
          <a:ext cx="2398309" cy="778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TRANSMISSION PHASE</a:t>
          </a:r>
        </a:p>
      </dsp:txBody>
      <dsp:txXfrm>
        <a:off x="6369676" y="1946192"/>
        <a:ext cx="2398309" cy="778155"/>
      </dsp:txXfrm>
    </dsp:sp>
    <dsp:sp modelId="{316D0C4F-7FAF-4E18-8C35-B4D2B7F161E5}">
      <dsp:nvSpPr>
        <dsp:cNvPr id="0" name=""/>
        <dsp:cNvSpPr/>
      </dsp:nvSpPr>
      <dsp:spPr>
        <a:xfrm>
          <a:off x="8767985" y="1760547"/>
          <a:ext cx="407605" cy="1158303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3391C-1F62-4C82-9E8F-C232EA17E657}">
      <dsp:nvSpPr>
        <dsp:cNvPr id="0" name=""/>
        <dsp:cNvSpPr/>
      </dsp:nvSpPr>
      <dsp:spPr>
        <a:xfrm>
          <a:off x="9175590" y="1946192"/>
          <a:ext cx="1420767" cy="778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ENERGY UPDATE</a:t>
          </a:r>
        </a:p>
      </dsp:txBody>
      <dsp:txXfrm>
        <a:off x="9175590" y="1946192"/>
        <a:ext cx="1420767" cy="778155"/>
      </dsp:txXfrm>
    </dsp:sp>
    <dsp:sp modelId="{6FBD8D76-327A-4B18-AB26-68C632F68704}">
      <dsp:nvSpPr>
        <dsp:cNvPr id="0" name=""/>
        <dsp:cNvSpPr/>
      </dsp:nvSpPr>
      <dsp:spPr>
        <a:xfrm>
          <a:off x="10596358" y="1760547"/>
          <a:ext cx="407605" cy="1294178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466A6-CBF3-4FB4-A1AE-D8FC59BBB6A8}">
      <dsp:nvSpPr>
        <dsp:cNvPr id="0" name=""/>
        <dsp:cNvSpPr/>
      </dsp:nvSpPr>
      <dsp:spPr>
        <a:xfrm>
          <a:off x="11048429" y="1881505"/>
          <a:ext cx="944903" cy="9449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END</a:t>
          </a:r>
        </a:p>
      </dsp:txBody>
      <dsp:txXfrm>
        <a:off x="11186807" y="2019883"/>
        <a:ext cx="668147" cy="668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1750-8C24-49F5-9016-B8F2876CEDD8}" type="datetime5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3798-0BE9-43ED-AC81-12BD4AB64487}" type="datetime5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FAA5-B43E-4DD7-8EA7-6B032794BAA3}" type="datetime5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00DC-DA3E-4BF2-BC8A-EB519D7EBAAB}" type="datetime5">
              <a:rPr lang="en-US" smtClean="0"/>
              <a:t>19-Aug-25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90-8A37-41A9-8888-66BCEE09D009}" type="datetime5">
              <a:rPr lang="en-US" smtClean="0"/>
              <a:t>19-Aug-25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E23-5B90-46E2-B161-1CF1010C2FF7}" type="datetime5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19-Aug-25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19EC-47E5-4BB3-B729-B20CF2085387}" type="datetime5">
              <a:rPr lang="en-US" smtClean="0"/>
              <a:t>19-Aug-25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3C1-9EB5-4BCF-9D4F-DC1CF5F78D83}" type="datetime5">
              <a:rPr lang="en-US" smtClean="0"/>
              <a:t>19-Aug-25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E6D09-20CD-4314-BBC5-3DB0F78EAA38}" type="datetime5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5159-8A95-45A4-8BB8-B19D17D5F1AD}" type="datetime5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05179-4F8E-41AA-B3D4-C73240EB2FAB}" type="datetime5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hyperlink" Target="https://ur.wikipedia.org/wiki/%D8%AC%D8%A7%D9%85%D8%B9%DB%81_%D8%A7%D9%86%D8%A7" TargetMode="External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jpeg"/><Relationship Id="rId9" Type="http://schemas.microsoft.com/office/2007/relationships/diagramDrawing" Target="../diagrams/drawin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4252" y="2142473"/>
            <a:ext cx="9092277" cy="1633073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2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NOVEL APPROACH FOR ENERGY AWARE CLUSTERING BASED ROUTING USING BIO INSIPRED ALGORITHM ON WSN’s</a:t>
            </a:r>
            <a:endParaRPr lang="en-US" sz="22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9889-2C2E-EC39-2FC1-820173295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640" y="4294572"/>
            <a:ext cx="10829307" cy="2286941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							Under the guidance of :</a:t>
            </a:r>
          </a:p>
          <a:p>
            <a:pPr algn="just">
              <a:lnSpc>
                <a:spcPct val="11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SRINATH S ( 2024616026)						Dr. VASIM BABU</a:t>
            </a:r>
          </a:p>
          <a:p>
            <a:pPr algn="just">
              <a:lnSpc>
                <a:spcPct val="11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M.E Wireless Technologies.					                Assistant Professor,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                        Dept of Electronics Engineering,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                                     Madras Institute of Technology,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Anna University.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71950" lvl="8" indent="-514350" algn="just">
              <a:buAutoNum type="arabicParenR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arenR"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0" y="479976"/>
            <a:ext cx="12191998" cy="1444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I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315352" y="601479"/>
            <a:ext cx="749300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0687-CF1D-BACE-09DE-CFDCFB2F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7D5F9C26-4945-5FE4-DDC4-33BD0FCC885E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B5DA-A58A-4DD0-9FB5-AF2B58A67481}" type="datetime5">
              <a:rPr lang="en-US" smtClean="0"/>
              <a:t>19-Aug-25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FE9CBA87-71AB-5638-97F6-E88BA7960966}"/>
              </a:ext>
            </a:extLst>
          </p:cNvPr>
          <p:cNvSpPr/>
          <p:nvPr/>
        </p:nvSpPr>
        <p:spPr>
          <a:xfrm>
            <a:off x="4038600" y="1750549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spc="1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algn="ctr"/>
            <a:endParaRPr lang="en-US" sz="2200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63471BFB-4FE1-99DD-3646-C1EB6613670C}"/>
              </a:ext>
            </a:extLst>
          </p:cNvPr>
          <p:cNvSpPr/>
          <p:nvPr/>
        </p:nvSpPr>
        <p:spPr>
          <a:xfrm>
            <a:off x="6130586" y="2540654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spc="1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US" sz="2200" dirty="0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1CAEEF2B-E1BA-C430-9E71-CBD89C7113DA}"/>
              </a:ext>
            </a:extLst>
          </p:cNvPr>
          <p:cNvSpPr/>
          <p:nvPr/>
        </p:nvSpPr>
        <p:spPr>
          <a:xfrm>
            <a:off x="4038600" y="3330759"/>
            <a:ext cx="2657622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35FB201E-7F0F-6A86-B581-A22DF1433ED1}"/>
              </a:ext>
            </a:extLst>
          </p:cNvPr>
          <p:cNvSpPr/>
          <p:nvPr/>
        </p:nvSpPr>
        <p:spPr>
          <a:xfrm>
            <a:off x="6130586" y="4224218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spc="1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ctr"/>
            <a:endParaRPr lang="en-US" sz="2200" dirty="0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AD40B4B0-05A4-B9AD-222F-01696FE5F7B5}"/>
              </a:ext>
            </a:extLst>
          </p:cNvPr>
          <p:cNvSpPr/>
          <p:nvPr/>
        </p:nvSpPr>
        <p:spPr>
          <a:xfrm>
            <a:off x="4038600" y="5014323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4CAB194-0DEB-366F-AAEE-52A7F9011F7A}"/>
              </a:ext>
            </a:extLst>
          </p:cNvPr>
          <p:cNvSpPr/>
          <p:nvPr/>
        </p:nvSpPr>
        <p:spPr>
          <a:xfrm>
            <a:off x="6130586" y="5804428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40" y="1603274"/>
            <a:ext cx="10624719" cy="475307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WSNs are severely constrained 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energy and computational power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operating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environments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prone to node failures. Current protocols cause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premature node death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re-clustering overhead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shortening network lifespan.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There's a critical need for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adaptive, resource-aware, and scalable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that can balance workload and efficiently adapt to changes, ensuring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network longevity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minimal communication overhead.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B46D-483A-4F0E-AA37-0705732F113E}" type="datetime5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92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81482"/>
            <a:ext cx="11125200" cy="475307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 (WSNs) are vital for monitoring, but their utility is limited 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energy and computational limits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clustering and routing often lead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energy use and the "hotspot problem,"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causing early node failures and reducing network life.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these by proposing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innovative, adaptive, resource-aware clustering and routing strategy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goal is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enhance WSN longevity and robustness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dynamic environments through balanced workload distribution and minimized re-clustering.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D090-0BAE-4F4F-9DEB-434E7F08BDEE}" type="datetime5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5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583872"/>
              </p:ext>
            </p:extLst>
          </p:nvPr>
        </p:nvGraphicFramePr>
        <p:xfrm>
          <a:off x="345526" y="1771050"/>
          <a:ext cx="11500945" cy="417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077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381638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89982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1983545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4034703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Medhat A. Tawfeek , Ibrahim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Alrashdi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Madallah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Alruwaili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Leila Jamel, Gamal Farouk Elhady and Haitham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Elwahsh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energy efficiency and routing reliability in wireless sensor networks using modified ant colony optimization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EURASIP Journal on Wireless Communications and Networking- Springer Nature Publication- (2025)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Inference: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Ant Colony Optimization (ACO) adapts routing dynamically, enhancing energy efficiency and network longevity by balancing load and minimizing consumption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Identified: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Inefficient routing causes high energy consumption and reduces WSN lifetime.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36243-37F6-4CE1-A1D3-B66846E2935A}" type="datetime5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8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778940"/>
              </p:ext>
            </p:extLst>
          </p:nvPr>
        </p:nvGraphicFramePr>
        <p:xfrm>
          <a:off x="337625" y="1725335"/>
          <a:ext cx="11508846" cy="4133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046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05575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731916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093303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645006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Ghalib H. 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Alshammri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wireless sensor network lifespan and efficiency through improved cluster head selection using improved squirrel search algorithm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 Review Springer Nature publications -(2025)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Squirrel Search Algorithm (ISSA) considers node energy, distance, and load to optimize CH selection and extend network lifetime</a:t>
                      </a: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Uneven cluster head (CH) selection leads to unbalanced energy usage and early node failures.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F6A89-9850-4FF1-87F6-256A36BDCDA1}" type="datetime5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31876"/>
              </p:ext>
            </p:extLst>
          </p:nvPr>
        </p:nvGraphicFramePr>
        <p:xfrm>
          <a:off x="345526" y="1819863"/>
          <a:ext cx="11500945" cy="44387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40190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64497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473812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b-N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Wang, X. Liu, H. Hu, Y. Han, M. Yao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Energy-efficient and load-balanced clustering routing protocol for wireless sensor networks using a chaotic genetic algorithm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 -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improves CH selection and routing by enhancing population diversity, leading to balanced energy usage and longer network lifetime</a:t>
                      </a: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Uneven energy consumption and poor cluster head (CH) selection due to premature convergence in traditional algorithms.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5F6E-4D48-46B3-A04A-692E5DCA3B63}" type="datetime5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0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DC3B-2DA7-DFCD-847D-71E5D5C2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034B-FEA1-3935-D4B4-381DB4DA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DE8B5-9774-F353-1A7C-FDD77D925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234EB4CA-2432-C04D-A011-5DFE268DC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BF7EA3-DC55-043F-51E2-0BC386160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899947"/>
              </p:ext>
            </p:extLst>
          </p:nvPr>
        </p:nvGraphicFramePr>
        <p:xfrm>
          <a:off x="327260" y="1222410"/>
          <a:ext cx="11500945" cy="47130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40190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64497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473812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Kripanita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Roy,Myung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-Kyun Kim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Applying Quantum Search Algorithm to Select Energy-Efficient Cluster Heads in Wireless Sensor Networks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Electronics - MDPI (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algorithm accelerates CH selection with quadratic speed-up and incorporates energy-aware weights, improving scalability and extending network lifetime.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CH selection algorithms are computationally intensive and slow, limiting scalability and efficiency in large, dynamic WSNs.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3CB0A-B871-C956-DC22-278E089E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5F6E-4D48-46B3-A04A-692E5DCA3B63}" type="datetime5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289FB-F1D1-9443-291D-F2C40F8A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494A1-AADE-776B-804B-A1B93CD2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56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33369" y="880534"/>
            <a:ext cx="852526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solidFill>
                  <a:srgbClr val="44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85799" y="1993900"/>
            <a:ext cx="10699955" cy="4001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novel, parameter-light clustering algorithm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resource-aware routing protocol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achieve balanced workload distribution and mitigate hotspots, enhancing network longevity.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 aims to enable real-time adaptation with minimal re-clustering and low communication overhead.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optimized hybrid algorithm, combining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will be validated through simulations and hardware testing for superior performance.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19-Aug-25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2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5F372A0C-8824-1BB9-F032-4A6A363296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4291552"/>
              </p:ext>
            </p:extLst>
          </p:nvPr>
        </p:nvGraphicFramePr>
        <p:xfrm>
          <a:off x="136722" y="1461004"/>
          <a:ext cx="12055278" cy="4815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770B-D78A-E0E7-3694-92698CE2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370372"/>
              </p:ext>
            </p:extLst>
          </p:nvPr>
        </p:nvGraphicFramePr>
        <p:xfrm>
          <a:off x="838200" y="1825623"/>
          <a:ext cx="10515600" cy="336310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466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9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968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latin typeface="Times New Roman" pitchFamily="18" charset="0"/>
                          <a:cs typeface="Times New Roman" pitchFamily="18" charset="0"/>
                        </a:rPr>
                        <a:t>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Work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137">
                <a:tc>
                  <a:txBody>
                    <a:bodyPr/>
                    <a:lstStyle/>
                    <a:p>
                      <a:pPr algn="just"/>
                      <a:r>
                        <a:rPr lang="en-IN" sz="2200" b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 Review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Modeling(Mathematical Formulation) &amp; Algorithm Design Plan</a:t>
                      </a:r>
                      <a:endParaRPr lang="en-IN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983">
                <a:tc>
                  <a:txBody>
                    <a:bodyPr/>
                    <a:lstStyle/>
                    <a:p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</a:t>
                      </a:r>
                      <a:r>
                        <a:rPr lang="en-IN" sz="22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Development &amp; Simulation (Using MATLAB)</a:t>
                      </a:r>
                      <a:endParaRPr lang="en-IN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016">
                <a:tc>
                  <a:txBody>
                    <a:bodyPr/>
                    <a:lstStyle/>
                    <a:p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Review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and Hardware Testing </a:t>
                      </a:r>
                      <a:endParaRPr lang="en-IN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19-Aug-25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2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544" y="1806536"/>
            <a:ext cx="10862912" cy="4508459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25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[1]Tawfeek, M.A.,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Alrashdi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Alruwaili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 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Improving energy efficiency and routing reliability in wireless sensor networks using modified ant colony optimization. 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Wireless Com Network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2025, 22 (2025). https://doi.org/10.1186/s13638-025-02449-w</a:t>
            </a:r>
          </a:p>
          <a:p>
            <a:pPr marL="0" lvl="0" indent="0" algn="just">
              <a:lnSpc>
                <a:spcPct val="125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Alshammri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G.H. Enhancing wireless sensor network lifespan and efficiency through improved cluster head selection using improved squirrel search algorithm. </a:t>
            </a:r>
            <a:r>
              <a:rPr lang="en-US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58, 79 (2025). https://doi.org/10.1007/s10462-024-11088-4.</a:t>
            </a: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C. Wang, X. Liu, H. Hu, Y. Han and M. Yao, "Energy-Efficient and Load-Balanced Clustering Routing Protocol for Wireless Sensor Networks Using a Chaotic Genetic Algorithm," in IEEE Access, vol. 8, pp. 158082-158096, 2020.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10.1109/ACCESS.2020.3020158.</a:t>
            </a: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Roy, K.; Kim, M.-K. Applying Quantum Search Algorithm to Select Energy-Efficient Cluster Heads in Wireless Sensor Networks. Electronics 2023, 12, 63. https://doi.org/10.3390/electronics12010063</a:t>
            </a: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M. J. Rhesa and S. Revathi, "Energy-Efficient Aware and Secure Model for WSN Lifetime Enhancement Using HDASCII-AE and GEK-GRU," in IEEE Access, vol. 12, pp. 140235-140252, 2024,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10.1109/ACCESS.2024.3461794.</a:t>
            </a:r>
          </a:p>
          <a:p>
            <a:pPr marL="0" indent="0" algn="just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444E-FE59-45DC-BB9B-AAC024F00222}" type="datetime5">
              <a:rPr lang="en-US" smtClean="0"/>
              <a:t>19-Aug-25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ZEROTH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26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Gupta et al., "Optimizing Cluster Head Selection for E-Commerce-Enabled Wireless Sensor Networks," in IEEE Transactions on Consumer Electronics, vol. 70, no. 1, pp. 1640-1647, Feb. 2024,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10.1109/TCE.2024.3360513.</a:t>
            </a: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Biradar and B.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Mathapathi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‘‘Secure, reliable and energy efficient routing in WSN: A systematic literature survey,’’ in Proc. Int. Conf. Adv.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Commun. Sustain. Technol. (ICAECT), Feb. 2021, pp. 1–13,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10.1109/ICAECT49130.2021.9392561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Shafiq, H. Ashraf, A. Ullah, and S. Tahira, ‘‘Systematic literature review on energy efficient routing schemes in WSN—A survey,’’ Mobile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Appl., vol. 25, no. 3, pp. 882–895, Jun.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O. A. Khashan, R. Ahmad, and N. M.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Khafajah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‘‘An automated lightweight encryption scheme for secure and energy-efficient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cation in wireless sensor networks,’’ Ad Hoc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115, Apr. 2021, Art. no. 102448.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Umbreen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Shehzad, N. Shafi, B. Khan, and U. Habib, “An energy efficient mobility-based cluster head selection for lifetime enhancement of wireless sensor networks,” IEEE Access, vol. 8, pp. 207779–207793, 2020,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10.1109/ACCESS.2020.3038031.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D49A-224E-41CF-A14E-748916EE6FD7}" type="datetime5">
              <a:rPr lang="en-US" smtClean="0"/>
              <a:t>19-Aug-25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67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BF58-157B-4866-9A02-7CA9EAA54E89}" type="datetime5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1339</Words>
  <Application>Microsoft Office PowerPoint</Application>
  <PresentationFormat>Widescreen</PresentationFormat>
  <Paragraphs>168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A NOVEL APPROACH FOR ENERGY AWARE CLUSTERING BASED ROUTING USING BIO INSIPRED ALGORITHM ON WSN’s</vt:lpstr>
      <vt:lpstr>PowerPoint Presentation</vt:lpstr>
      <vt:lpstr>PowerPoint Presentation</vt:lpstr>
      <vt:lpstr>PowerPoint Presentation</vt:lpstr>
      <vt:lpstr>LITERATURE SURVEY</vt:lpstr>
      <vt:lpstr>LITERATURE SURVEY</vt:lpstr>
      <vt:lpstr>LITERATURE SURVEY</vt:lpstr>
      <vt:lpstr>LITERATURE SURVEY</vt:lpstr>
      <vt:lpstr>PowerPoint Presentation</vt:lpstr>
      <vt:lpstr>FLOW DIAGRAM</vt:lpstr>
      <vt:lpstr>WORK FLOW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Srinath S</cp:lastModifiedBy>
  <cp:revision>89</cp:revision>
  <dcterms:created xsi:type="dcterms:W3CDTF">2024-08-14T09:59:13Z</dcterms:created>
  <dcterms:modified xsi:type="dcterms:W3CDTF">2025-08-19T10:45:01Z</dcterms:modified>
</cp:coreProperties>
</file>